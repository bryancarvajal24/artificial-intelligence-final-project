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</p:sldIdLst>
  <p:sldSz cx="20951825" cy="1143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5653"/>
    <a:srgbClr val="F6F6F6"/>
    <a:srgbClr val="FFFFFF"/>
    <a:srgbClr val="4C807C"/>
    <a:srgbClr val="7CB0AE"/>
    <a:srgbClr val="4B7D7B"/>
    <a:srgbClr val="7F9743"/>
    <a:srgbClr val="889D43"/>
    <a:srgbClr val="E4F8F9"/>
    <a:srgbClr val="97CC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BD2473-D357-4A17-9338-9D609AF5E1DA}" v="69" dt="2026-04-10T21:14:29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2" d="100"/>
          <a:sy n="42" d="100"/>
        </p:scale>
        <p:origin x="379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yan Burbano" userId="d37e3c9c77c2aebf" providerId="LiveId" clId="{DE539B4E-2D33-4943-A08A-324041184A69}"/>
    <pc:docChg chg="undo custSel addSld delSld modSld">
      <pc:chgData name="Brayan Burbano" userId="d37e3c9c77c2aebf" providerId="LiveId" clId="{DE539B4E-2D33-4943-A08A-324041184A69}" dt="2026-04-10T21:15:46.678" v="112" actId="47"/>
      <pc:docMkLst>
        <pc:docMk/>
      </pc:docMkLst>
      <pc:sldChg chg="addSp delSp modSp mod setBg">
        <pc:chgData name="Brayan Burbano" userId="d37e3c9c77c2aebf" providerId="LiveId" clId="{DE539B4E-2D33-4943-A08A-324041184A69}" dt="2026-04-10T21:14:29.186" v="110" actId="14861"/>
        <pc:sldMkLst>
          <pc:docMk/>
          <pc:sldMk cId="521263384" sldId="257"/>
        </pc:sldMkLst>
        <pc:spChg chg="mod">
          <ac:chgData name="Brayan Burbano" userId="d37e3c9c77c2aebf" providerId="LiveId" clId="{DE539B4E-2D33-4943-A08A-324041184A69}" dt="2026-04-10T21:05:32.059" v="73" actId="14100"/>
          <ac:spMkLst>
            <pc:docMk/>
            <pc:sldMk cId="521263384" sldId="257"/>
            <ac:spMk id="5" creationId="{3587A0D5-8276-1871-B43B-E9E619139A90}"/>
          </ac:spMkLst>
        </pc:spChg>
        <pc:spChg chg="add">
          <ac:chgData name="Brayan Burbano" userId="d37e3c9c77c2aebf" providerId="LiveId" clId="{DE539B4E-2D33-4943-A08A-324041184A69}" dt="2026-04-10T21:07:13.560" v="80"/>
          <ac:spMkLst>
            <pc:docMk/>
            <pc:sldMk cId="521263384" sldId="257"/>
            <ac:spMk id="6" creationId="{12FCF74C-D21E-5DEF-E0E8-7B8A57697FF0}"/>
          </ac:spMkLst>
        </pc:spChg>
        <pc:spChg chg="add mod">
          <ac:chgData name="Brayan Burbano" userId="d37e3c9c77c2aebf" providerId="LiveId" clId="{DE539B4E-2D33-4943-A08A-324041184A69}" dt="2026-04-10T21:07:29.091" v="89" actId="14100"/>
          <ac:spMkLst>
            <pc:docMk/>
            <pc:sldMk cId="521263384" sldId="257"/>
            <ac:spMk id="7" creationId="{CDA11334-53DB-5CDF-6772-20EF7DD62789}"/>
          </ac:spMkLst>
        </pc:spChg>
        <pc:spChg chg="mod">
          <ac:chgData name="Brayan Burbano" userId="d37e3c9c77c2aebf" providerId="LiveId" clId="{DE539B4E-2D33-4943-A08A-324041184A69}" dt="2026-04-10T21:07:15.714" v="82" actId="1076"/>
          <ac:spMkLst>
            <pc:docMk/>
            <pc:sldMk cId="521263384" sldId="257"/>
            <ac:spMk id="1027" creationId="{8B9BF1C6-C37F-9E35-A6FD-673BE84F4237}"/>
          </ac:spMkLst>
        </pc:spChg>
        <pc:spChg chg="mod">
          <ac:chgData name="Brayan Burbano" userId="d37e3c9c77c2aebf" providerId="LiveId" clId="{DE539B4E-2D33-4943-A08A-324041184A69}" dt="2026-04-10T21:07:28.667" v="88" actId="1076"/>
          <ac:spMkLst>
            <pc:docMk/>
            <pc:sldMk cId="521263384" sldId="257"/>
            <ac:spMk id="1046" creationId="{9A96D808-83B6-FFF7-A6D7-E679C31AB2B0}"/>
          </ac:spMkLst>
        </pc:spChg>
        <pc:spChg chg="mod">
          <ac:chgData name="Brayan Burbano" userId="d37e3c9c77c2aebf" providerId="LiveId" clId="{DE539B4E-2D33-4943-A08A-324041184A69}" dt="2026-04-10T21:11:16.463" v="96" actId="1076"/>
          <ac:spMkLst>
            <pc:docMk/>
            <pc:sldMk cId="521263384" sldId="257"/>
            <ac:spMk id="1051" creationId="{55FAD043-4975-6644-E939-61D831A86AB1}"/>
          </ac:spMkLst>
        </pc:spChg>
        <pc:picChg chg="add mod">
          <ac:chgData name="Brayan Burbano" userId="d37e3c9c77c2aebf" providerId="LiveId" clId="{DE539B4E-2D33-4943-A08A-324041184A69}" dt="2026-04-10T21:05:17.479" v="70" actId="14100"/>
          <ac:picMkLst>
            <pc:docMk/>
            <pc:sldMk cId="521263384" sldId="257"/>
            <ac:picMk id="3" creationId="{CBD3D690-CF5F-C31A-D6F4-E5A69E9E3411}"/>
          </ac:picMkLst>
        </pc:picChg>
        <pc:picChg chg="add del mod">
          <ac:chgData name="Brayan Burbano" userId="d37e3c9c77c2aebf" providerId="LiveId" clId="{DE539B4E-2D33-4943-A08A-324041184A69}" dt="2026-04-10T21:11:20.956" v="99" actId="478"/>
          <ac:picMkLst>
            <pc:docMk/>
            <pc:sldMk cId="521263384" sldId="257"/>
            <ac:picMk id="4" creationId="{D0F1E433-D2A8-465E-9383-2F5C2B88BF22}"/>
          </ac:picMkLst>
        </pc:picChg>
        <pc:picChg chg="add del">
          <ac:chgData name="Brayan Burbano" userId="d37e3c9c77c2aebf" providerId="LiveId" clId="{DE539B4E-2D33-4943-A08A-324041184A69}" dt="2026-04-10T21:05:47.827" v="74" actId="478"/>
          <ac:picMkLst>
            <pc:docMk/>
            <pc:sldMk cId="521263384" sldId="257"/>
            <ac:picMk id="1026" creationId="{15062F79-0F65-37F2-78D5-6DF6B6AC176A}"/>
          </ac:picMkLst>
        </pc:picChg>
        <pc:picChg chg="add del mod">
          <ac:chgData name="Brayan Burbano" userId="d37e3c9c77c2aebf" providerId="LiveId" clId="{DE539B4E-2D33-4943-A08A-324041184A69}" dt="2026-04-10T21:07:58.895" v="92" actId="478"/>
          <ac:picMkLst>
            <pc:docMk/>
            <pc:sldMk cId="521263384" sldId="257"/>
            <ac:picMk id="2054" creationId="{22592C2C-724D-08DF-4847-334AB1F9B069}"/>
          </ac:picMkLst>
        </pc:picChg>
        <pc:picChg chg="add mod">
          <ac:chgData name="Brayan Burbano" userId="d37e3c9c77c2aebf" providerId="LiveId" clId="{DE539B4E-2D33-4943-A08A-324041184A69}" dt="2026-04-10T21:14:29.186" v="110" actId="14861"/>
          <ac:picMkLst>
            <pc:docMk/>
            <pc:sldMk cId="521263384" sldId="257"/>
            <ac:picMk id="2056" creationId="{D4E033AC-2B88-5CB9-498B-71EEC3404CA9}"/>
          </ac:picMkLst>
        </pc:picChg>
      </pc:sldChg>
      <pc:sldChg chg="del">
        <pc:chgData name="Brayan Burbano" userId="d37e3c9c77c2aebf" providerId="LiveId" clId="{DE539B4E-2D33-4943-A08A-324041184A69}" dt="2026-04-10T21:15:44.452" v="111" actId="47"/>
        <pc:sldMkLst>
          <pc:docMk/>
          <pc:sldMk cId="2472246743" sldId="258"/>
        </pc:sldMkLst>
      </pc:sldChg>
      <pc:sldChg chg="addSp delSp modSp add del mod">
        <pc:chgData name="Brayan Burbano" userId="d37e3c9c77c2aebf" providerId="LiveId" clId="{DE539B4E-2D33-4943-A08A-324041184A69}" dt="2026-04-10T21:15:46.678" v="112" actId="47"/>
        <pc:sldMkLst>
          <pc:docMk/>
          <pc:sldMk cId="2486946905" sldId="259"/>
        </pc:sldMkLst>
        <pc:spChg chg="mod">
          <ac:chgData name="Brayan Burbano" userId="d37e3c9c77c2aebf" providerId="LiveId" clId="{DE539B4E-2D33-4943-A08A-324041184A69}" dt="2026-04-10T20:50:03.752" v="4" actId="14100"/>
          <ac:spMkLst>
            <pc:docMk/>
            <pc:sldMk cId="2486946905" sldId="259"/>
            <ac:spMk id="2" creationId="{68C806A8-1BDE-FE77-6F94-33D0229A34BA}"/>
          </ac:spMkLst>
        </pc:spChg>
        <pc:spChg chg="add del mod">
          <ac:chgData name="Brayan Burbano" userId="d37e3c9c77c2aebf" providerId="LiveId" clId="{DE539B4E-2D33-4943-A08A-324041184A69}" dt="2026-04-10T20:51:45.187" v="19" actId="478"/>
          <ac:spMkLst>
            <pc:docMk/>
            <pc:sldMk cId="2486946905" sldId="259"/>
            <ac:spMk id="3" creationId="{4DCF0FAC-F0F6-708B-7E11-E8EF5AF27C47}"/>
          </ac:spMkLst>
        </pc:spChg>
        <pc:spChg chg="mod">
          <ac:chgData name="Brayan Burbano" userId="d37e3c9c77c2aebf" providerId="LiveId" clId="{DE539B4E-2D33-4943-A08A-324041184A69}" dt="2026-04-10T20:54:50.315" v="33" actId="14100"/>
          <ac:spMkLst>
            <pc:docMk/>
            <pc:sldMk cId="2486946905" sldId="259"/>
            <ac:spMk id="5" creationId="{7277CFF0-123E-764F-63E8-99567B12498B}"/>
          </ac:spMkLst>
        </pc:spChg>
        <pc:spChg chg="add mod">
          <ac:chgData name="Brayan Burbano" userId="d37e3c9c77c2aebf" providerId="LiveId" clId="{DE539B4E-2D33-4943-A08A-324041184A69}" dt="2026-04-10T20:57:51.051" v="46" actId="1076"/>
          <ac:spMkLst>
            <pc:docMk/>
            <pc:sldMk cId="2486946905" sldId="259"/>
            <ac:spMk id="6" creationId="{60E0D76E-194C-9C6E-9DE5-31E843161979}"/>
          </ac:spMkLst>
        </pc:spChg>
        <pc:spChg chg="add mod">
          <ac:chgData name="Brayan Burbano" userId="d37e3c9c77c2aebf" providerId="LiveId" clId="{DE539B4E-2D33-4943-A08A-324041184A69}" dt="2026-04-10T20:55:06.882" v="39" actId="1076"/>
          <ac:spMkLst>
            <pc:docMk/>
            <pc:sldMk cId="2486946905" sldId="259"/>
            <ac:spMk id="7" creationId="{D17C37C0-FD9E-4C0C-D6DF-5EBFD0DFD288}"/>
          </ac:spMkLst>
        </pc:spChg>
        <pc:spChg chg="add mod">
          <ac:chgData name="Brayan Burbano" userId="d37e3c9c77c2aebf" providerId="LiveId" clId="{DE539B4E-2D33-4943-A08A-324041184A69}" dt="2026-04-10T20:57:59.450" v="51" actId="14100"/>
          <ac:spMkLst>
            <pc:docMk/>
            <pc:sldMk cId="2486946905" sldId="259"/>
            <ac:spMk id="8" creationId="{E5889941-9CCC-F885-4F53-96D24B40B61F}"/>
          </ac:spMkLst>
        </pc:spChg>
        <pc:spChg chg="mod">
          <ac:chgData name="Brayan Burbano" userId="d37e3c9c77c2aebf" providerId="LiveId" clId="{DE539B4E-2D33-4943-A08A-324041184A69}" dt="2026-04-10T20:54:54.850" v="34" actId="14100"/>
          <ac:spMkLst>
            <pc:docMk/>
            <pc:sldMk cId="2486946905" sldId="259"/>
            <ac:spMk id="14" creationId="{79F8F980-BB8E-0ACD-71EA-1F64779824DF}"/>
          </ac:spMkLst>
        </pc:spChg>
        <pc:spChg chg="del mod">
          <ac:chgData name="Brayan Burbano" userId="d37e3c9c77c2aebf" providerId="LiveId" clId="{DE539B4E-2D33-4943-A08A-324041184A69}" dt="2026-04-10T20:50:28.762" v="13" actId="478"/>
          <ac:spMkLst>
            <pc:docMk/>
            <pc:sldMk cId="2486946905" sldId="259"/>
            <ac:spMk id="22" creationId="{C394F455-9E0A-1950-221E-2259DA0A0FBF}"/>
          </ac:spMkLst>
        </pc:spChg>
        <pc:grpChg chg="mod">
          <ac:chgData name="Brayan Burbano" userId="d37e3c9c77c2aebf" providerId="LiveId" clId="{DE539B4E-2D33-4943-A08A-324041184A69}" dt="2026-04-10T20:57:43.600" v="41" actId="14100"/>
          <ac:grpSpMkLst>
            <pc:docMk/>
            <pc:sldMk cId="2486946905" sldId="259"/>
            <ac:grpSpMk id="24" creationId="{39BCCA27-8889-86A0-1E9B-B971DBB8AC33}"/>
          </ac:grpSpMkLst>
        </pc:grpChg>
        <pc:picChg chg="add mod">
          <ac:chgData name="Brayan Burbano" userId="d37e3c9c77c2aebf" providerId="LiveId" clId="{DE539B4E-2D33-4943-A08A-324041184A69}" dt="2026-04-10T21:05:19.071" v="72" actId="1076"/>
          <ac:picMkLst>
            <pc:docMk/>
            <pc:sldMk cId="2486946905" sldId="259"/>
            <ac:picMk id="4" creationId="{95A2DEAB-6A76-73CB-BED8-B1B20FC2F584}"/>
          </ac:picMkLst>
        </pc:picChg>
        <pc:picChg chg="del">
          <ac:chgData name="Brayan Burbano" userId="d37e3c9c77c2aebf" providerId="LiveId" clId="{DE539B4E-2D33-4943-A08A-324041184A69}" dt="2026-04-10T20:49:48.281" v="1" actId="478"/>
          <ac:picMkLst>
            <pc:docMk/>
            <pc:sldMk cId="2486946905" sldId="259"/>
            <ac:picMk id="1026" creationId="{A7C06754-1F66-2400-AC57-4329B15B634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8978" y="1870605"/>
            <a:ext cx="15713869" cy="3979333"/>
          </a:xfrm>
        </p:spPr>
        <p:txBody>
          <a:bodyPr anchor="b"/>
          <a:lstStyle>
            <a:lvl1pPr algn="ctr">
              <a:defRPr sz="10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18978" y="6003397"/>
            <a:ext cx="15713869" cy="2759603"/>
          </a:xfrm>
        </p:spPr>
        <p:txBody>
          <a:bodyPr/>
          <a:lstStyle>
            <a:lvl1pPr marL="0" indent="0" algn="ctr">
              <a:buNone/>
              <a:defRPr sz="4000"/>
            </a:lvl1pPr>
            <a:lvl2pPr marL="762015" indent="0" algn="ctr">
              <a:buNone/>
              <a:defRPr sz="3333"/>
            </a:lvl2pPr>
            <a:lvl3pPr marL="1524030" indent="0" algn="ctr">
              <a:buNone/>
              <a:defRPr sz="3000"/>
            </a:lvl3pPr>
            <a:lvl4pPr marL="2286046" indent="0" algn="ctr">
              <a:buNone/>
              <a:defRPr sz="2667"/>
            </a:lvl4pPr>
            <a:lvl5pPr marL="3048061" indent="0" algn="ctr">
              <a:buNone/>
              <a:defRPr sz="2667"/>
            </a:lvl5pPr>
            <a:lvl6pPr marL="3810076" indent="0" algn="ctr">
              <a:buNone/>
              <a:defRPr sz="2667"/>
            </a:lvl6pPr>
            <a:lvl7pPr marL="4572091" indent="0" algn="ctr">
              <a:buNone/>
              <a:defRPr sz="2667"/>
            </a:lvl7pPr>
            <a:lvl8pPr marL="5334107" indent="0" algn="ctr">
              <a:buNone/>
              <a:defRPr sz="2667"/>
            </a:lvl8pPr>
            <a:lvl9pPr marL="6096122" indent="0" algn="ctr">
              <a:buNone/>
              <a:defRPr sz="266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2302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5234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9526" y="2849564"/>
            <a:ext cx="18070949" cy="4754562"/>
          </a:xfrm>
        </p:spPr>
        <p:txBody>
          <a:bodyPr anchor="b"/>
          <a:lstStyle>
            <a:lvl1pPr>
              <a:defRPr sz="10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526" y="7649106"/>
            <a:ext cx="18070949" cy="2500312"/>
          </a:xfrm>
        </p:spPr>
        <p:txBody>
          <a:bodyPr/>
          <a:lstStyle>
            <a:lvl1pPr marL="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1pPr>
            <a:lvl2pPr marL="762015" indent="0">
              <a:buNone/>
              <a:defRPr sz="3333">
                <a:solidFill>
                  <a:schemeClr val="tx1">
                    <a:tint val="82000"/>
                  </a:schemeClr>
                </a:solidFill>
              </a:defRPr>
            </a:lvl2pPr>
            <a:lvl3pPr marL="152403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3pPr>
            <a:lvl4pPr marL="2286046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4pPr>
            <a:lvl5pPr marL="3048061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5pPr>
            <a:lvl6pPr marL="3810076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6pPr>
            <a:lvl7pPr marL="4572091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7pPr>
            <a:lvl8pPr marL="5334107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8pPr>
            <a:lvl9pPr marL="6096122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9260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0438" y="3042708"/>
            <a:ext cx="8904526" cy="725223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06861" y="3042708"/>
            <a:ext cx="8904526" cy="725223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190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67" y="608542"/>
            <a:ext cx="18070949" cy="220927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168" y="2801938"/>
            <a:ext cx="8863603" cy="1373187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62015" indent="0">
              <a:buNone/>
              <a:defRPr sz="3333" b="1"/>
            </a:lvl2pPr>
            <a:lvl3pPr marL="1524030" indent="0">
              <a:buNone/>
              <a:defRPr sz="3000" b="1"/>
            </a:lvl3pPr>
            <a:lvl4pPr marL="2286046" indent="0">
              <a:buNone/>
              <a:defRPr sz="2667" b="1"/>
            </a:lvl4pPr>
            <a:lvl5pPr marL="3048061" indent="0">
              <a:buNone/>
              <a:defRPr sz="2667" b="1"/>
            </a:lvl5pPr>
            <a:lvl6pPr marL="3810076" indent="0">
              <a:buNone/>
              <a:defRPr sz="2667" b="1"/>
            </a:lvl6pPr>
            <a:lvl7pPr marL="4572091" indent="0">
              <a:buNone/>
              <a:defRPr sz="2667" b="1"/>
            </a:lvl7pPr>
            <a:lvl8pPr marL="5334107" indent="0">
              <a:buNone/>
              <a:defRPr sz="2667" b="1"/>
            </a:lvl8pPr>
            <a:lvl9pPr marL="6096122" indent="0">
              <a:buNone/>
              <a:defRPr sz="266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168" y="4175125"/>
            <a:ext cx="8863603" cy="61409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606861" y="2801938"/>
            <a:ext cx="8907255" cy="1373187"/>
          </a:xfrm>
        </p:spPr>
        <p:txBody>
          <a:bodyPr anchor="b"/>
          <a:lstStyle>
            <a:lvl1pPr marL="0" indent="0">
              <a:buNone/>
              <a:defRPr sz="4000" b="1"/>
            </a:lvl1pPr>
            <a:lvl2pPr marL="762015" indent="0">
              <a:buNone/>
              <a:defRPr sz="3333" b="1"/>
            </a:lvl2pPr>
            <a:lvl3pPr marL="1524030" indent="0">
              <a:buNone/>
              <a:defRPr sz="3000" b="1"/>
            </a:lvl3pPr>
            <a:lvl4pPr marL="2286046" indent="0">
              <a:buNone/>
              <a:defRPr sz="2667" b="1"/>
            </a:lvl4pPr>
            <a:lvl5pPr marL="3048061" indent="0">
              <a:buNone/>
              <a:defRPr sz="2667" b="1"/>
            </a:lvl5pPr>
            <a:lvl6pPr marL="3810076" indent="0">
              <a:buNone/>
              <a:defRPr sz="2667" b="1"/>
            </a:lvl6pPr>
            <a:lvl7pPr marL="4572091" indent="0">
              <a:buNone/>
              <a:defRPr sz="2667" b="1"/>
            </a:lvl7pPr>
            <a:lvl8pPr marL="5334107" indent="0">
              <a:buNone/>
              <a:defRPr sz="2667" b="1"/>
            </a:lvl8pPr>
            <a:lvl9pPr marL="6096122" indent="0">
              <a:buNone/>
              <a:defRPr sz="266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606861" y="4175125"/>
            <a:ext cx="8907255" cy="61409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7788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3396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531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68" y="762000"/>
            <a:ext cx="6757508" cy="2667000"/>
          </a:xfrm>
        </p:spPr>
        <p:txBody>
          <a:bodyPr anchor="b"/>
          <a:lstStyle>
            <a:lvl1pPr>
              <a:defRPr sz="53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07255" y="1645709"/>
            <a:ext cx="10606861" cy="8122708"/>
          </a:xfrm>
        </p:spPr>
        <p:txBody>
          <a:bodyPr/>
          <a:lstStyle>
            <a:lvl1pPr>
              <a:defRPr sz="5333"/>
            </a:lvl1pPr>
            <a:lvl2pPr>
              <a:defRPr sz="4667"/>
            </a:lvl2pPr>
            <a:lvl3pPr>
              <a:defRPr sz="4000"/>
            </a:lvl3pPr>
            <a:lvl4pPr>
              <a:defRPr sz="3333"/>
            </a:lvl4pPr>
            <a:lvl5pPr>
              <a:defRPr sz="3333"/>
            </a:lvl5pPr>
            <a:lvl6pPr>
              <a:defRPr sz="3333"/>
            </a:lvl6pPr>
            <a:lvl7pPr>
              <a:defRPr sz="3333"/>
            </a:lvl7pPr>
            <a:lvl8pPr>
              <a:defRPr sz="3333"/>
            </a:lvl8pPr>
            <a:lvl9pPr>
              <a:defRPr sz="3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168" y="3429000"/>
            <a:ext cx="6757508" cy="6352647"/>
          </a:xfrm>
        </p:spPr>
        <p:txBody>
          <a:bodyPr/>
          <a:lstStyle>
            <a:lvl1pPr marL="0" indent="0">
              <a:buNone/>
              <a:defRPr sz="2667"/>
            </a:lvl1pPr>
            <a:lvl2pPr marL="762015" indent="0">
              <a:buNone/>
              <a:defRPr sz="2333"/>
            </a:lvl2pPr>
            <a:lvl3pPr marL="1524030" indent="0">
              <a:buNone/>
              <a:defRPr sz="2000"/>
            </a:lvl3pPr>
            <a:lvl4pPr marL="2286046" indent="0">
              <a:buNone/>
              <a:defRPr sz="1667"/>
            </a:lvl4pPr>
            <a:lvl5pPr marL="3048061" indent="0">
              <a:buNone/>
              <a:defRPr sz="1667"/>
            </a:lvl5pPr>
            <a:lvl6pPr marL="3810076" indent="0">
              <a:buNone/>
              <a:defRPr sz="1667"/>
            </a:lvl6pPr>
            <a:lvl7pPr marL="4572091" indent="0">
              <a:buNone/>
              <a:defRPr sz="1667"/>
            </a:lvl7pPr>
            <a:lvl8pPr marL="5334107" indent="0">
              <a:buNone/>
              <a:defRPr sz="1667"/>
            </a:lvl8pPr>
            <a:lvl9pPr marL="6096122" indent="0">
              <a:buNone/>
              <a:defRPr sz="1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05234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168" y="762000"/>
            <a:ext cx="6757508" cy="2667000"/>
          </a:xfrm>
        </p:spPr>
        <p:txBody>
          <a:bodyPr anchor="b"/>
          <a:lstStyle>
            <a:lvl1pPr>
              <a:defRPr sz="53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07255" y="1645709"/>
            <a:ext cx="10606861" cy="8122708"/>
          </a:xfrm>
        </p:spPr>
        <p:txBody>
          <a:bodyPr anchor="t"/>
          <a:lstStyle>
            <a:lvl1pPr marL="0" indent="0">
              <a:buNone/>
              <a:defRPr sz="5333"/>
            </a:lvl1pPr>
            <a:lvl2pPr marL="762015" indent="0">
              <a:buNone/>
              <a:defRPr sz="4667"/>
            </a:lvl2pPr>
            <a:lvl3pPr marL="1524030" indent="0">
              <a:buNone/>
              <a:defRPr sz="4000"/>
            </a:lvl3pPr>
            <a:lvl4pPr marL="2286046" indent="0">
              <a:buNone/>
              <a:defRPr sz="3333"/>
            </a:lvl4pPr>
            <a:lvl5pPr marL="3048061" indent="0">
              <a:buNone/>
              <a:defRPr sz="3333"/>
            </a:lvl5pPr>
            <a:lvl6pPr marL="3810076" indent="0">
              <a:buNone/>
              <a:defRPr sz="3333"/>
            </a:lvl6pPr>
            <a:lvl7pPr marL="4572091" indent="0">
              <a:buNone/>
              <a:defRPr sz="3333"/>
            </a:lvl7pPr>
            <a:lvl8pPr marL="5334107" indent="0">
              <a:buNone/>
              <a:defRPr sz="3333"/>
            </a:lvl8pPr>
            <a:lvl9pPr marL="6096122" indent="0">
              <a:buNone/>
              <a:defRPr sz="33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168" y="3429000"/>
            <a:ext cx="6757508" cy="6352647"/>
          </a:xfrm>
        </p:spPr>
        <p:txBody>
          <a:bodyPr/>
          <a:lstStyle>
            <a:lvl1pPr marL="0" indent="0">
              <a:buNone/>
              <a:defRPr sz="2667"/>
            </a:lvl1pPr>
            <a:lvl2pPr marL="762015" indent="0">
              <a:buNone/>
              <a:defRPr sz="2333"/>
            </a:lvl2pPr>
            <a:lvl3pPr marL="1524030" indent="0">
              <a:buNone/>
              <a:defRPr sz="2000"/>
            </a:lvl3pPr>
            <a:lvl4pPr marL="2286046" indent="0">
              <a:buNone/>
              <a:defRPr sz="1667"/>
            </a:lvl4pPr>
            <a:lvl5pPr marL="3048061" indent="0">
              <a:buNone/>
              <a:defRPr sz="1667"/>
            </a:lvl5pPr>
            <a:lvl6pPr marL="3810076" indent="0">
              <a:buNone/>
              <a:defRPr sz="1667"/>
            </a:lvl6pPr>
            <a:lvl7pPr marL="4572091" indent="0">
              <a:buNone/>
              <a:defRPr sz="1667"/>
            </a:lvl7pPr>
            <a:lvl8pPr marL="5334107" indent="0">
              <a:buNone/>
              <a:defRPr sz="1667"/>
            </a:lvl8pPr>
            <a:lvl9pPr marL="6096122" indent="0">
              <a:buNone/>
              <a:defRPr sz="166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4285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6979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993650" y="608542"/>
            <a:ext cx="4517737" cy="968639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0438" y="608542"/>
            <a:ext cx="13291314" cy="968639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0767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0438" y="608542"/>
            <a:ext cx="18070949" cy="22092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0438" y="3042708"/>
            <a:ext cx="18070949" cy="7252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40438" y="10593917"/>
            <a:ext cx="4714161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FFC1C-B776-4273-BF93-37B8C48E58C8}" type="datetimeFigureOut">
              <a:rPr lang="es-CO" smtClean="0"/>
              <a:t>10/04/2026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940292" y="10593917"/>
            <a:ext cx="7071241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797226" y="10593917"/>
            <a:ext cx="4714161" cy="608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E01C5-9429-4229-A46C-5FE8A4C8C09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27757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524030" rtl="0" eaLnBrk="1" latinLnBrk="0" hangingPunct="1">
        <a:lnSpc>
          <a:spcPct val="90000"/>
        </a:lnSpc>
        <a:spcBef>
          <a:spcPct val="0"/>
        </a:spcBef>
        <a:buNone/>
        <a:defRPr sz="7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1008" indent="-381008" algn="l" defTabSz="1524030" rtl="0" eaLnBrk="1" latinLnBrk="0" hangingPunct="1">
        <a:lnSpc>
          <a:spcPct val="90000"/>
        </a:lnSpc>
        <a:spcBef>
          <a:spcPts val="1667"/>
        </a:spcBef>
        <a:buFont typeface="Arial" panose="020B0604020202020204" pitchFamily="34" charset="0"/>
        <a:buChar char="•"/>
        <a:defRPr sz="4667" kern="1200">
          <a:solidFill>
            <a:schemeClr val="tx1"/>
          </a:solidFill>
          <a:latin typeface="+mn-lt"/>
          <a:ea typeface="+mn-ea"/>
          <a:cs typeface="+mn-cs"/>
        </a:defRPr>
      </a:lvl1pPr>
      <a:lvl2pPr marL="1143023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905038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333" kern="1200">
          <a:solidFill>
            <a:schemeClr val="tx1"/>
          </a:solidFill>
          <a:latin typeface="+mn-lt"/>
          <a:ea typeface="+mn-ea"/>
          <a:cs typeface="+mn-cs"/>
        </a:defRPr>
      </a:lvl3pPr>
      <a:lvl4pPr marL="2667053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429069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4191084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953099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715114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477130" indent="-381008" algn="l" defTabSz="152403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62015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30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286046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48061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810076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6pPr>
      <a:lvl7pPr marL="4572091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334107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6096122" algn="l" defTabSz="1524030" rtl="0" eaLnBrk="1" latinLnBrk="0" hangingPunct="1"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7CC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C6862334-7A39-0CA3-6FA0-B2FA3CE0A711}"/>
              </a:ext>
            </a:extLst>
          </p:cNvPr>
          <p:cNvSpPr/>
          <p:nvPr/>
        </p:nvSpPr>
        <p:spPr>
          <a:xfrm>
            <a:off x="122876" y="393191"/>
            <a:ext cx="20435883" cy="10643616"/>
          </a:xfrm>
          <a:prstGeom prst="roundRect">
            <a:avLst>
              <a:gd name="adj" fmla="val 5161"/>
            </a:avLst>
          </a:prstGeom>
          <a:solidFill>
            <a:srgbClr val="E4F8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587A0D5-8276-1871-B43B-E9E619139A90}"/>
              </a:ext>
            </a:extLst>
          </p:cNvPr>
          <p:cNvSpPr/>
          <p:nvPr/>
        </p:nvSpPr>
        <p:spPr>
          <a:xfrm>
            <a:off x="122876" y="177149"/>
            <a:ext cx="2093982" cy="11075701"/>
          </a:xfrm>
          <a:prstGeom prst="roundRect">
            <a:avLst>
              <a:gd name="adj" fmla="val 7265"/>
            </a:avLst>
          </a:prstGeom>
          <a:gradFill>
            <a:gsLst>
              <a:gs pos="0">
                <a:srgbClr val="054743"/>
              </a:gs>
              <a:gs pos="100000">
                <a:srgbClr val="7CB0AE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1CC7AFC-AC4A-E2BA-8989-B4C02F034449}"/>
              </a:ext>
            </a:extLst>
          </p:cNvPr>
          <p:cNvGrpSpPr/>
          <p:nvPr/>
        </p:nvGrpSpPr>
        <p:grpSpPr>
          <a:xfrm>
            <a:off x="2480830" y="586457"/>
            <a:ext cx="10761037" cy="978001"/>
            <a:chOff x="2685878" y="2291792"/>
            <a:chExt cx="7996920" cy="616679"/>
          </a:xfrm>
        </p:grpSpPr>
        <p:sp>
          <p:nvSpPr>
            <p:cNvPr id="25" name="Rectángulo: esquinas redondeadas 24">
              <a:extLst>
                <a:ext uri="{FF2B5EF4-FFF2-40B4-BE49-F238E27FC236}">
                  <a16:creationId xmlns:a16="http://schemas.microsoft.com/office/drawing/2014/main" id="{4326320B-A6B6-1FCB-8BC3-DED5BCE127C9}"/>
                </a:ext>
              </a:extLst>
            </p:cNvPr>
            <p:cNvSpPr/>
            <p:nvPr/>
          </p:nvSpPr>
          <p:spPr>
            <a:xfrm>
              <a:off x="2685878" y="2291792"/>
              <a:ext cx="7996920" cy="616677"/>
            </a:xfrm>
            <a:prstGeom prst="roundRect">
              <a:avLst/>
            </a:prstGeom>
            <a:gradFill>
              <a:gsLst>
                <a:gs pos="0">
                  <a:srgbClr val="054743"/>
                </a:gs>
                <a:gs pos="100000">
                  <a:srgbClr val="7CB0AE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2700000" algn="tl" rotWithShape="0">
                <a:schemeClr val="tx1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114" dirty="0"/>
            </a:p>
          </p:txBody>
        </p:sp>
        <p:sp>
          <p:nvSpPr>
            <p:cNvPr id="26" name="Rectángulo: esquinas redondeadas 25">
              <a:extLst>
                <a:ext uri="{FF2B5EF4-FFF2-40B4-BE49-F238E27FC236}">
                  <a16:creationId xmlns:a16="http://schemas.microsoft.com/office/drawing/2014/main" id="{85DA2BBF-2325-7426-CADE-0015FDEDAFE1}"/>
                </a:ext>
              </a:extLst>
            </p:cNvPr>
            <p:cNvSpPr/>
            <p:nvPr/>
          </p:nvSpPr>
          <p:spPr>
            <a:xfrm>
              <a:off x="2685878" y="2291794"/>
              <a:ext cx="7996920" cy="616677"/>
            </a:xfrm>
            <a:prstGeom prst="roundRect">
              <a:avLst/>
            </a:prstGeom>
            <a:gradFill>
              <a:gsLst>
                <a:gs pos="0">
                  <a:srgbClr val="054743"/>
                </a:gs>
                <a:gs pos="100000">
                  <a:srgbClr val="7CB0AE"/>
                </a:gs>
              </a:gsLst>
              <a:lin ang="5400000" scaled="1"/>
            </a:gradFill>
            <a:ln>
              <a:noFill/>
            </a:ln>
            <a:effectLst>
              <a:outerShdw blurRad="190500" dist="190500" dir="13500000" algn="br" rotWithShape="0">
                <a:schemeClr val="bg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114" dirty="0"/>
            </a:p>
          </p:txBody>
        </p:sp>
      </p:grp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8C747452-BD37-15D7-CDE7-35E147CE628D}"/>
              </a:ext>
            </a:extLst>
          </p:cNvPr>
          <p:cNvSpPr/>
          <p:nvPr/>
        </p:nvSpPr>
        <p:spPr>
          <a:xfrm>
            <a:off x="15115266" y="4312457"/>
            <a:ext cx="5153934" cy="3086545"/>
          </a:xfrm>
          <a:prstGeom prst="roundRect">
            <a:avLst>
              <a:gd name="adj" fmla="val 7796"/>
            </a:avLst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F5FB51C8-C616-AC0B-876C-5C25C7D4E389}"/>
              </a:ext>
            </a:extLst>
          </p:cNvPr>
          <p:cNvSpPr/>
          <p:nvPr/>
        </p:nvSpPr>
        <p:spPr>
          <a:xfrm>
            <a:off x="15135308" y="1971230"/>
            <a:ext cx="5153934" cy="2024949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114" dirty="0"/>
              <a:t>v</a:t>
            </a:r>
          </a:p>
        </p:txBody>
      </p:sp>
      <p:sp>
        <p:nvSpPr>
          <p:cNvPr id="1027" name="Rectángulo: esquinas redondeadas 1026">
            <a:extLst>
              <a:ext uri="{FF2B5EF4-FFF2-40B4-BE49-F238E27FC236}">
                <a16:creationId xmlns:a16="http://schemas.microsoft.com/office/drawing/2014/main" id="{8B9BF1C6-C37F-9E35-A6FD-673BE84F4237}"/>
              </a:ext>
            </a:extLst>
          </p:cNvPr>
          <p:cNvSpPr/>
          <p:nvPr/>
        </p:nvSpPr>
        <p:spPr>
          <a:xfrm>
            <a:off x="2480830" y="4312457"/>
            <a:ext cx="12335995" cy="2673728"/>
          </a:xfrm>
          <a:prstGeom prst="roundRect">
            <a:avLst>
              <a:gd name="adj" fmla="val 10356"/>
            </a:avLst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1030" name="Rectángulo: esquinas redondeadas 1029">
            <a:extLst>
              <a:ext uri="{FF2B5EF4-FFF2-40B4-BE49-F238E27FC236}">
                <a16:creationId xmlns:a16="http://schemas.microsoft.com/office/drawing/2014/main" id="{08AB3694-0E20-F93C-EAC2-BC0EFB8760E8}"/>
              </a:ext>
            </a:extLst>
          </p:cNvPr>
          <p:cNvSpPr/>
          <p:nvPr/>
        </p:nvSpPr>
        <p:spPr>
          <a:xfrm>
            <a:off x="2480830" y="1920518"/>
            <a:ext cx="4224771" cy="2024949"/>
          </a:xfrm>
          <a:prstGeom prst="roundRect">
            <a:avLst>
              <a:gd name="adj" fmla="val 10356"/>
            </a:avLst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1031" name="Rectángulo: esquinas redondeadas 1030">
            <a:extLst>
              <a:ext uri="{FF2B5EF4-FFF2-40B4-BE49-F238E27FC236}">
                <a16:creationId xmlns:a16="http://schemas.microsoft.com/office/drawing/2014/main" id="{91B256DE-DD44-DE64-2856-20ADF8D6EFBC}"/>
              </a:ext>
            </a:extLst>
          </p:cNvPr>
          <p:cNvSpPr/>
          <p:nvPr/>
        </p:nvSpPr>
        <p:spPr>
          <a:xfrm>
            <a:off x="7024082" y="1936179"/>
            <a:ext cx="3737131" cy="2024949"/>
          </a:xfrm>
          <a:prstGeom prst="roundRect">
            <a:avLst>
              <a:gd name="adj" fmla="val 10356"/>
            </a:avLst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1035" name="Rectángulo: esquinas redondeadas 1034">
            <a:extLst>
              <a:ext uri="{FF2B5EF4-FFF2-40B4-BE49-F238E27FC236}">
                <a16:creationId xmlns:a16="http://schemas.microsoft.com/office/drawing/2014/main" id="{4EB9A324-034D-3277-74DB-4BEB49C65FC4}"/>
              </a:ext>
            </a:extLst>
          </p:cNvPr>
          <p:cNvSpPr/>
          <p:nvPr/>
        </p:nvSpPr>
        <p:spPr>
          <a:xfrm>
            <a:off x="13471371" y="586458"/>
            <a:ext cx="2123026" cy="977997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1036" name="Rectángulo: esquinas redondeadas 1035">
            <a:extLst>
              <a:ext uri="{FF2B5EF4-FFF2-40B4-BE49-F238E27FC236}">
                <a16:creationId xmlns:a16="http://schemas.microsoft.com/office/drawing/2014/main" id="{48CD1DE6-14A2-3D4E-9F9D-9BD88903C842}"/>
              </a:ext>
            </a:extLst>
          </p:cNvPr>
          <p:cNvSpPr/>
          <p:nvPr/>
        </p:nvSpPr>
        <p:spPr>
          <a:xfrm>
            <a:off x="15823901" y="586458"/>
            <a:ext cx="2123026" cy="977997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1039" name="Rectángulo: esquinas redondeadas 1038">
            <a:extLst>
              <a:ext uri="{FF2B5EF4-FFF2-40B4-BE49-F238E27FC236}">
                <a16:creationId xmlns:a16="http://schemas.microsoft.com/office/drawing/2014/main" id="{AC038B68-B5C7-5CA1-1BC6-ABFC941C766A}"/>
              </a:ext>
            </a:extLst>
          </p:cNvPr>
          <p:cNvSpPr/>
          <p:nvPr/>
        </p:nvSpPr>
        <p:spPr>
          <a:xfrm>
            <a:off x="15115266" y="7715281"/>
            <a:ext cx="5153934" cy="3086545"/>
          </a:xfrm>
          <a:prstGeom prst="roundRect">
            <a:avLst>
              <a:gd name="adj" fmla="val 7796"/>
            </a:avLst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1042" name="Rectángulo: esquinas redondeadas 1041">
            <a:extLst>
              <a:ext uri="{FF2B5EF4-FFF2-40B4-BE49-F238E27FC236}">
                <a16:creationId xmlns:a16="http://schemas.microsoft.com/office/drawing/2014/main" id="{5ED2494D-EFC8-16BE-6988-083017015BCD}"/>
              </a:ext>
            </a:extLst>
          </p:cNvPr>
          <p:cNvSpPr/>
          <p:nvPr/>
        </p:nvSpPr>
        <p:spPr>
          <a:xfrm>
            <a:off x="11079694" y="1920518"/>
            <a:ext cx="3737131" cy="2024949"/>
          </a:xfrm>
          <a:prstGeom prst="roundRect">
            <a:avLst>
              <a:gd name="adj" fmla="val 10356"/>
            </a:avLst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1046" name="Rectángulo: esquinas redondeadas 1045">
            <a:extLst>
              <a:ext uri="{FF2B5EF4-FFF2-40B4-BE49-F238E27FC236}">
                <a16:creationId xmlns:a16="http://schemas.microsoft.com/office/drawing/2014/main" id="{9A96D808-83B6-FFF7-A6D7-E679C31AB2B0}"/>
              </a:ext>
            </a:extLst>
          </p:cNvPr>
          <p:cNvSpPr/>
          <p:nvPr/>
        </p:nvSpPr>
        <p:spPr>
          <a:xfrm>
            <a:off x="8819890" y="7261814"/>
            <a:ext cx="6031404" cy="3499363"/>
          </a:xfrm>
          <a:prstGeom prst="roundRect">
            <a:avLst>
              <a:gd name="adj" fmla="val 6485"/>
            </a:avLst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1047" name="Rectángulo: esquinas redondeadas 1046">
            <a:extLst>
              <a:ext uri="{FF2B5EF4-FFF2-40B4-BE49-F238E27FC236}">
                <a16:creationId xmlns:a16="http://schemas.microsoft.com/office/drawing/2014/main" id="{BC8E0E7A-2E41-02DF-96C4-F7EC26C7B8EE}"/>
              </a:ext>
            </a:extLst>
          </p:cNvPr>
          <p:cNvSpPr/>
          <p:nvPr/>
        </p:nvSpPr>
        <p:spPr>
          <a:xfrm>
            <a:off x="18195770" y="586458"/>
            <a:ext cx="2123026" cy="977997"/>
          </a:xfrm>
          <a:prstGeom prst="roundRect">
            <a:avLst/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sp>
        <p:nvSpPr>
          <p:cNvPr id="1048" name="Rectángulo 1047">
            <a:extLst>
              <a:ext uri="{FF2B5EF4-FFF2-40B4-BE49-F238E27FC236}">
                <a16:creationId xmlns:a16="http://schemas.microsoft.com/office/drawing/2014/main" id="{1D50A1A0-EB9D-FBEF-40A0-5E3C2254EE77}"/>
              </a:ext>
            </a:extLst>
          </p:cNvPr>
          <p:cNvSpPr/>
          <p:nvPr/>
        </p:nvSpPr>
        <p:spPr>
          <a:xfrm>
            <a:off x="13471370" y="586458"/>
            <a:ext cx="2123025" cy="120364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49" name="Rectángulo 1047">
            <a:extLst>
              <a:ext uri="{FF2B5EF4-FFF2-40B4-BE49-F238E27FC236}">
                <a16:creationId xmlns:a16="http://schemas.microsoft.com/office/drawing/2014/main" id="{BEB90178-0E3C-2689-8A4F-57808FBFB4D8}"/>
              </a:ext>
            </a:extLst>
          </p:cNvPr>
          <p:cNvSpPr/>
          <p:nvPr/>
        </p:nvSpPr>
        <p:spPr>
          <a:xfrm>
            <a:off x="15823902" y="586458"/>
            <a:ext cx="2123025" cy="120364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50" name="Rectángulo 1047">
            <a:extLst>
              <a:ext uri="{FF2B5EF4-FFF2-40B4-BE49-F238E27FC236}">
                <a16:creationId xmlns:a16="http://schemas.microsoft.com/office/drawing/2014/main" id="{7AC5A007-2882-3C32-1F4D-6411CA70A848}"/>
              </a:ext>
            </a:extLst>
          </p:cNvPr>
          <p:cNvSpPr/>
          <p:nvPr/>
        </p:nvSpPr>
        <p:spPr>
          <a:xfrm>
            <a:off x="18195771" y="586457"/>
            <a:ext cx="2123025" cy="120364"/>
          </a:xfrm>
          <a:custGeom>
            <a:avLst/>
            <a:gdLst>
              <a:gd name="csX0" fmla="*/ 0 w 2103686"/>
              <a:gd name="csY0" fmla="*/ 0 h 204165"/>
              <a:gd name="csX1" fmla="*/ 2103686 w 2103686"/>
              <a:gd name="csY1" fmla="*/ 0 h 204165"/>
              <a:gd name="csX2" fmla="*/ 2103686 w 2103686"/>
              <a:gd name="csY2" fmla="*/ 204165 h 204165"/>
              <a:gd name="csX3" fmla="*/ 0 w 2103686"/>
              <a:gd name="csY3" fmla="*/ 204165 h 204165"/>
              <a:gd name="csX4" fmla="*/ 0 w 2103686"/>
              <a:gd name="csY4" fmla="*/ 0 h 204165"/>
              <a:gd name="csX0" fmla="*/ 0 w 2251604"/>
              <a:gd name="csY0" fmla="*/ 0 h 208647"/>
              <a:gd name="csX1" fmla="*/ 2103686 w 2251604"/>
              <a:gd name="csY1" fmla="*/ 0 h 208647"/>
              <a:gd name="csX2" fmla="*/ 2251604 w 2251604"/>
              <a:gd name="csY2" fmla="*/ 208647 h 208647"/>
              <a:gd name="csX3" fmla="*/ 0 w 2251604"/>
              <a:gd name="csY3" fmla="*/ 204165 h 208647"/>
              <a:gd name="csX4" fmla="*/ 0 w 2251604"/>
              <a:gd name="csY4" fmla="*/ 0 h 208647"/>
              <a:gd name="csX0" fmla="*/ 156883 w 2408487"/>
              <a:gd name="csY0" fmla="*/ 0 h 208647"/>
              <a:gd name="csX1" fmla="*/ 2260569 w 2408487"/>
              <a:gd name="csY1" fmla="*/ 0 h 208647"/>
              <a:gd name="csX2" fmla="*/ 2408487 w 2408487"/>
              <a:gd name="csY2" fmla="*/ 208647 h 208647"/>
              <a:gd name="csX3" fmla="*/ 0 w 2408487"/>
              <a:gd name="csY3" fmla="*/ 208647 h 208647"/>
              <a:gd name="csX4" fmla="*/ 156883 w 2408487"/>
              <a:gd name="csY4" fmla="*/ 0 h 208647"/>
              <a:gd name="csX0" fmla="*/ 156883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56883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60569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70749"/>
              <a:gd name="csY0" fmla="*/ 0 h 208647"/>
              <a:gd name="csX1" fmla="*/ 2276742 w 2370749"/>
              <a:gd name="csY1" fmla="*/ 0 h 208647"/>
              <a:gd name="csX2" fmla="*/ 2370749 w 2370749"/>
              <a:gd name="csY2" fmla="*/ 208647 h 208647"/>
              <a:gd name="csX3" fmla="*/ 0 w 2370749"/>
              <a:gd name="csY3" fmla="*/ 208647 h 208647"/>
              <a:gd name="csX4" fmla="*/ 111058 w 2370749"/>
              <a:gd name="csY4" fmla="*/ 0 h 208647"/>
              <a:gd name="csX0" fmla="*/ 111058 w 2357271"/>
              <a:gd name="csY0" fmla="*/ 0 h 208647"/>
              <a:gd name="csX1" fmla="*/ 2276742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87525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  <a:gd name="csX0" fmla="*/ 111058 w 2357271"/>
              <a:gd name="csY0" fmla="*/ 0 h 208647"/>
              <a:gd name="csX1" fmla="*/ 2263019 w 2357271"/>
              <a:gd name="csY1" fmla="*/ 0 h 208647"/>
              <a:gd name="csX2" fmla="*/ 2357271 w 2357271"/>
              <a:gd name="csY2" fmla="*/ 200326 h 208647"/>
              <a:gd name="csX3" fmla="*/ 0 w 2357271"/>
              <a:gd name="csY3" fmla="*/ 208647 h 208647"/>
              <a:gd name="csX4" fmla="*/ 111058 w 2357271"/>
              <a:gd name="csY4" fmla="*/ 0 h 20864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57271" h="208647">
                <a:moveTo>
                  <a:pt x="111058" y="0"/>
                </a:moveTo>
                <a:lnTo>
                  <a:pt x="2263019" y="0"/>
                </a:lnTo>
                <a:cubicBezTo>
                  <a:pt x="2329398" y="66775"/>
                  <a:pt x="2334022" y="133551"/>
                  <a:pt x="2357271" y="200326"/>
                </a:cubicBezTo>
                <a:lnTo>
                  <a:pt x="0" y="208647"/>
                </a:lnTo>
                <a:cubicBezTo>
                  <a:pt x="37019" y="139098"/>
                  <a:pt x="30910" y="65388"/>
                  <a:pt x="111058" y="0"/>
                </a:cubicBezTo>
                <a:close/>
              </a:path>
            </a:pathLst>
          </a:custGeom>
          <a:solidFill>
            <a:srgbClr val="165653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051" name="Rectángulo: esquinas redondeadas 1050">
            <a:extLst>
              <a:ext uri="{FF2B5EF4-FFF2-40B4-BE49-F238E27FC236}">
                <a16:creationId xmlns:a16="http://schemas.microsoft.com/office/drawing/2014/main" id="{55FAD043-4975-6644-E939-61D831A86AB1}"/>
              </a:ext>
            </a:extLst>
          </p:cNvPr>
          <p:cNvSpPr/>
          <p:nvPr/>
        </p:nvSpPr>
        <p:spPr>
          <a:xfrm>
            <a:off x="2480830" y="7261814"/>
            <a:ext cx="6031404" cy="3499363"/>
          </a:xfrm>
          <a:prstGeom prst="roundRect">
            <a:avLst>
              <a:gd name="adj" fmla="val 6485"/>
            </a:avLst>
          </a:prstGeom>
          <a:gradFill>
            <a:gsLst>
              <a:gs pos="0">
                <a:srgbClr val="FFFFFF"/>
              </a:gs>
              <a:gs pos="100000">
                <a:srgbClr val="F6F6F6"/>
              </a:gs>
            </a:gsLst>
            <a:lin ang="5400000" scaled="1"/>
          </a:gradFill>
          <a:ln>
            <a:noFill/>
          </a:ln>
          <a:effectLst>
            <a:outerShdw blurRad="190500" dist="190500" dir="270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114" dirty="0"/>
          </a:p>
        </p:txBody>
      </p:sp>
      <p:pic>
        <p:nvPicPr>
          <p:cNvPr id="2056" name="Picture 8" descr="Lacoste Logo Download In Hd Quality">
            <a:extLst>
              <a:ext uri="{FF2B5EF4-FFF2-40B4-BE49-F238E27FC236}">
                <a16:creationId xmlns:a16="http://schemas.microsoft.com/office/drawing/2014/main" id="{D4E033AC-2B88-5CB9-498B-71EEC3404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58" y="687582"/>
            <a:ext cx="1612217" cy="775748"/>
          </a:xfrm>
          <a:prstGeom prst="rect">
            <a:avLst/>
          </a:prstGeom>
          <a:noFill/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2633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</TotalTime>
  <Words>1</Words>
  <Application>Microsoft Office PowerPoint</Application>
  <PresentationFormat>Personalizado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 FERNANDO BURBANO CARVAJAL</dc:creator>
  <cp:lastModifiedBy>Brayan Burbano</cp:lastModifiedBy>
  <cp:revision>1</cp:revision>
  <dcterms:created xsi:type="dcterms:W3CDTF">2026-02-28T20:50:21Z</dcterms:created>
  <dcterms:modified xsi:type="dcterms:W3CDTF">2026-04-10T21:15:55Z</dcterms:modified>
</cp:coreProperties>
</file>