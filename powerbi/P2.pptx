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7" r:id="rId2"/>
  </p:sldIdLst>
  <p:sldSz cx="29230638" cy="11015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CCBA"/>
    <a:srgbClr val="165653"/>
    <a:srgbClr val="F6F6F6"/>
    <a:srgbClr val="FFFFFF"/>
    <a:srgbClr val="4C807C"/>
    <a:srgbClr val="7CB0AE"/>
    <a:srgbClr val="4B7D7B"/>
    <a:srgbClr val="7F9743"/>
    <a:srgbClr val="889D43"/>
    <a:srgbClr val="E4F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2" d="100"/>
          <a:sy n="32" d="100"/>
        </p:scale>
        <p:origin x="941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3830" y="1802795"/>
            <a:ext cx="21922979" cy="3835083"/>
          </a:xfrm>
        </p:spPr>
        <p:txBody>
          <a:bodyPr anchor="b"/>
          <a:lstStyle>
            <a:lvl1pPr algn="ctr">
              <a:defRPr sz="963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3830" y="5785774"/>
            <a:ext cx="21922979" cy="2659568"/>
          </a:xfrm>
        </p:spPr>
        <p:txBody>
          <a:bodyPr/>
          <a:lstStyle>
            <a:lvl1pPr marL="0" indent="0" algn="ctr">
              <a:buNone/>
              <a:defRPr sz="3855"/>
            </a:lvl1pPr>
            <a:lvl2pPr marL="734400" indent="0" algn="ctr">
              <a:buNone/>
              <a:defRPr sz="3213"/>
            </a:lvl2pPr>
            <a:lvl3pPr marL="1468801" indent="0" algn="ctr">
              <a:buNone/>
              <a:defRPr sz="2891"/>
            </a:lvl3pPr>
            <a:lvl4pPr marL="2203201" indent="0" algn="ctr">
              <a:buNone/>
              <a:defRPr sz="2570"/>
            </a:lvl4pPr>
            <a:lvl5pPr marL="2937601" indent="0" algn="ctr">
              <a:buNone/>
              <a:defRPr sz="2570"/>
            </a:lvl5pPr>
            <a:lvl6pPr marL="3672002" indent="0" algn="ctr">
              <a:buNone/>
              <a:defRPr sz="2570"/>
            </a:lvl6pPr>
            <a:lvl7pPr marL="4406402" indent="0" algn="ctr">
              <a:buNone/>
              <a:defRPr sz="2570"/>
            </a:lvl7pPr>
            <a:lvl8pPr marL="5140803" indent="0" algn="ctr">
              <a:buNone/>
              <a:defRPr sz="2570"/>
            </a:lvl8pPr>
            <a:lvl9pPr marL="5875203" indent="0" algn="ctr">
              <a:buNone/>
              <a:defRPr sz="257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212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3866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4382" y="2746268"/>
            <a:ext cx="25211425" cy="4582209"/>
          </a:xfrm>
        </p:spPr>
        <p:txBody>
          <a:bodyPr anchor="b"/>
          <a:lstStyle>
            <a:lvl1pPr>
              <a:defRPr sz="963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4382" y="7371826"/>
            <a:ext cx="25211425" cy="2409675"/>
          </a:xfrm>
        </p:spPr>
        <p:txBody>
          <a:bodyPr/>
          <a:lstStyle>
            <a:lvl1pPr marL="0" indent="0">
              <a:buNone/>
              <a:defRPr sz="3855">
                <a:solidFill>
                  <a:schemeClr val="tx1">
                    <a:tint val="82000"/>
                  </a:schemeClr>
                </a:solidFill>
              </a:defRPr>
            </a:lvl1pPr>
            <a:lvl2pPr marL="734400" indent="0">
              <a:buNone/>
              <a:defRPr sz="3213">
                <a:solidFill>
                  <a:schemeClr val="tx1">
                    <a:tint val="82000"/>
                  </a:schemeClr>
                </a:solidFill>
              </a:defRPr>
            </a:lvl2pPr>
            <a:lvl3pPr marL="1468801" indent="0">
              <a:buNone/>
              <a:defRPr sz="2891">
                <a:solidFill>
                  <a:schemeClr val="tx1">
                    <a:tint val="82000"/>
                  </a:schemeClr>
                </a:solidFill>
              </a:defRPr>
            </a:lvl3pPr>
            <a:lvl4pPr marL="2203201" indent="0">
              <a:buNone/>
              <a:defRPr sz="2570">
                <a:solidFill>
                  <a:schemeClr val="tx1">
                    <a:tint val="82000"/>
                  </a:schemeClr>
                </a:solidFill>
              </a:defRPr>
            </a:lvl4pPr>
            <a:lvl5pPr marL="2937601" indent="0">
              <a:buNone/>
              <a:defRPr sz="2570">
                <a:solidFill>
                  <a:schemeClr val="tx1">
                    <a:tint val="82000"/>
                  </a:schemeClr>
                </a:solidFill>
              </a:defRPr>
            </a:lvl5pPr>
            <a:lvl6pPr marL="3672002" indent="0">
              <a:buNone/>
              <a:defRPr sz="2570">
                <a:solidFill>
                  <a:schemeClr val="tx1">
                    <a:tint val="82000"/>
                  </a:schemeClr>
                </a:solidFill>
              </a:defRPr>
            </a:lvl6pPr>
            <a:lvl7pPr marL="4406402" indent="0">
              <a:buNone/>
              <a:defRPr sz="2570">
                <a:solidFill>
                  <a:schemeClr val="tx1">
                    <a:tint val="82000"/>
                  </a:schemeClr>
                </a:solidFill>
              </a:defRPr>
            </a:lvl7pPr>
            <a:lvl8pPr marL="5140803" indent="0">
              <a:buNone/>
              <a:defRPr sz="2570">
                <a:solidFill>
                  <a:schemeClr val="tx1">
                    <a:tint val="82000"/>
                  </a:schemeClr>
                </a:solidFill>
              </a:defRPr>
            </a:lvl8pPr>
            <a:lvl9pPr marL="5875203" indent="0">
              <a:buNone/>
              <a:defRPr sz="257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5752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09606" y="2932410"/>
            <a:ext cx="12423021" cy="69893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98011" y="2932410"/>
            <a:ext cx="12423021" cy="69893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6205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3414" y="586483"/>
            <a:ext cx="25211425" cy="212918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3415" y="2700368"/>
            <a:ext cx="12365929" cy="1323409"/>
          </a:xfrm>
        </p:spPr>
        <p:txBody>
          <a:bodyPr anchor="b"/>
          <a:lstStyle>
            <a:lvl1pPr marL="0" indent="0">
              <a:buNone/>
              <a:defRPr sz="3855" b="1"/>
            </a:lvl1pPr>
            <a:lvl2pPr marL="734400" indent="0">
              <a:buNone/>
              <a:defRPr sz="3213" b="1"/>
            </a:lvl2pPr>
            <a:lvl3pPr marL="1468801" indent="0">
              <a:buNone/>
              <a:defRPr sz="2891" b="1"/>
            </a:lvl3pPr>
            <a:lvl4pPr marL="2203201" indent="0">
              <a:buNone/>
              <a:defRPr sz="2570" b="1"/>
            </a:lvl4pPr>
            <a:lvl5pPr marL="2937601" indent="0">
              <a:buNone/>
              <a:defRPr sz="2570" b="1"/>
            </a:lvl5pPr>
            <a:lvl6pPr marL="3672002" indent="0">
              <a:buNone/>
              <a:defRPr sz="2570" b="1"/>
            </a:lvl6pPr>
            <a:lvl7pPr marL="4406402" indent="0">
              <a:buNone/>
              <a:defRPr sz="2570" b="1"/>
            </a:lvl7pPr>
            <a:lvl8pPr marL="5140803" indent="0">
              <a:buNone/>
              <a:defRPr sz="2570" b="1"/>
            </a:lvl8pPr>
            <a:lvl9pPr marL="5875203" indent="0">
              <a:buNone/>
              <a:defRPr sz="257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3415" y="4023777"/>
            <a:ext cx="12365929" cy="591837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798011" y="2700368"/>
            <a:ext cx="12426828" cy="1323409"/>
          </a:xfrm>
        </p:spPr>
        <p:txBody>
          <a:bodyPr anchor="b"/>
          <a:lstStyle>
            <a:lvl1pPr marL="0" indent="0">
              <a:buNone/>
              <a:defRPr sz="3855" b="1"/>
            </a:lvl1pPr>
            <a:lvl2pPr marL="734400" indent="0">
              <a:buNone/>
              <a:defRPr sz="3213" b="1"/>
            </a:lvl2pPr>
            <a:lvl3pPr marL="1468801" indent="0">
              <a:buNone/>
              <a:defRPr sz="2891" b="1"/>
            </a:lvl3pPr>
            <a:lvl4pPr marL="2203201" indent="0">
              <a:buNone/>
              <a:defRPr sz="2570" b="1"/>
            </a:lvl4pPr>
            <a:lvl5pPr marL="2937601" indent="0">
              <a:buNone/>
              <a:defRPr sz="2570" b="1"/>
            </a:lvl5pPr>
            <a:lvl6pPr marL="3672002" indent="0">
              <a:buNone/>
              <a:defRPr sz="2570" b="1"/>
            </a:lvl6pPr>
            <a:lvl7pPr marL="4406402" indent="0">
              <a:buNone/>
              <a:defRPr sz="2570" b="1"/>
            </a:lvl7pPr>
            <a:lvl8pPr marL="5140803" indent="0">
              <a:buNone/>
              <a:defRPr sz="2570" b="1"/>
            </a:lvl8pPr>
            <a:lvl9pPr marL="5875203" indent="0">
              <a:buNone/>
              <a:defRPr sz="257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798011" y="4023777"/>
            <a:ext cx="12426828" cy="591837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486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741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742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3415" y="734378"/>
            <a:ext cx="9427641" cy="2570321"/>
          </a:xfrm>
        </p:spPr>
        <p:txBody>
          <a:bodyPr anchor="b"/>
          <a:lstStyle>
            <a:lvl1pPr>
              <a:defRPr sz="51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26829" y="1586052"/>
            <a:ext cx="14798010" cy="7828261"/>
          </a:xfrm>
        </p:spPr>
        <p:txBody>
          <a:bodyPr/>
          <a:lstStyle>
            <a:lvl1pPr>
              <a:defRPr sz="5140"/>
            </a:lvl1pPr>
            <a:lvl2pPr>
              <a:defRPr sz="4498"/>
            </a:lvl2pPr>
            <a:lvl3pPr>
              <a:defRPr sz="3855"/>
            </a:lvl3pPr>
            <a:lvl4pPr>
              <a:defRPr sz="3213"/>
            </a:lvl4pPr>
            <a:lvl5pPr>
              <a:defRPr sz="3213"/>
            </a:lvl5pPr>
            <a:lvl6pPr>
              <a:defRPr sz="3213"/>
            </a:lvl6pPr>
            <a:lvl7pPr>
              <a:defRPr sz="3213"/>
            </a:lvl7pPr>
            <a:lvl8pPr>
              <a:defRPr sz="3213"/>
            </a:lvl8pPr>
            <a:lvl9pPr>
              <a:defRPr sz="321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3415" y="3304699"/>
            <a:ext cx="9427641" cy="6122364"/>
          </a:xfrm>
        </p:spPr>
        <p:txBody>
          <a:bodyPr/>
          <a:lstStyle>
            <a:lvl1pPr marL="0" indent="0">
              <a:buNone/>
              <a:defRPr sz="2570"/>
            </a:lvl1pPr>
            <a:lvl2pPr marL="734400" indent="0">
              <a:buNone/>
              <a:defRPr sz="2249"/>
            </a:lvl2pPr>
            <a:lvl3pPr marL="1468801" indent="0">
              <a:buNone/>
              <a:defRPr sz="1928"/>
            </a:lvl3pPr>
            <a:lvl4pPr marL="2203201" indent="0">
              <a:buNone/>
              <a:defRPr sz="1606"/>
            </a:lvl4pPr>
            <a:lvl5pPr marL="2937601" indent="0">
              <a:buNone/>
              <a:defRPr sz="1606"/>
            </a:lvl5pPr>
            <a:lvl6pPr marL="3672002" indent="0">
              <a:buNone/>
              <a:defRPr sz="1606"/>
            </a:lvl6pPr>
            <a:lvl7pPr marL="4406402" indent="0">
              <a:buNone/>
              <a:defRPr sz="1606"/>
            </a:lvl7pPr>
            <a:lvl8pPr marL="5140803" indent="0">
              <a:buNone/>
              <a:defRPr sz="1606"/>
            </a:lvl8pPr>
            <a:lvl9pPr marL="5875203" indent="0">
              <a:buNone/>
              <a:defRPr sz="160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559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3415" y="734378"/>
            <a:ext cx="9427641" cy="2570321"/>
          </a:xfrm>
        </p:spPr>
        <p:txBody>
          <a:bodyPr anchor="b"/>
          <a:lstStyle>
            <a:lvl1pPr>
              <a:defRPr sz="51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26829" y="1586052"/>
            <a:ext cx="14798010" cy="7828261"/>
          </a:xfrm>
        </p:spPr>
        <p:txBody>
          <a:bodyPr anchor="t"/>
          <a:lstStyle>
            <a:lvl1pPr marL="0" indent="0">
              <a:buNone/>
              <a:defRPr sz="5140"/>
            </a:lvl1pPr>
            <a:lvl2pPr marL="734400" indent="0">
              <a:buNone/>
              <a:defRPr sz="4498"/>
            </a:lvl2pPr>
            <a:lvl3pPr marL="1468801" indent="0">
              <a:buNone/>
              <a:defRPr sz="3855"/>
            </a:lvl3pPr>
            <a:lvl4pPr marL="2203201" indent="0">
              <a:buNone/>
              <a:defRPr sz="3213"/>
            </a:lvl4pPr>
            <a:lvl5pPr marL="2937601" indent="0">
              <a:buNone/>
              <a:defRPr sz="3213"/>
            </a:lvl5pPr>
            <a:lvl6pPr marL="3672002" indent="0">
              <a:buNone/>
              <a:defRPr sz="3213"/>
            </a:lvl6pPr>
            <a:lvl7pPr marL="4406402" indent="0">
              <a:buNone/>
              <a:defRPr sz="3213"/>
            </a:lvl7pPr>
            <a:lvl8pPr marL="5140803" indent="0">
              <a:buNone/>
              <a:defRPr sz="3213"/>
            </a:lvl8pPr>
            <a:lvl9pPr marL="5875203" indent="0">
              <a:buNone/>
              <a:defRPr sz="321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3415" y="3304699"/>
            <a:ext cx="9427641" cy="6122364"/>
          </a:xfrm>
        </p:spPr>
        <p:txBody>
          <a:bodyPr/>
          <a:lstStyle>
            <a:lvl1pPr marL="0" indent="0">
              <a:buNone/>
              <a:defRPr sz="2570"/>
            </a:lvl1pPr>
            <a:lvl2pPr marL="734400" indent="0">
              <a:buNone/>
              <a:defRPr sz="2249"/>
            </a:lvl2pPr>
            <a:lvl3pPr marL="1468801" indent="0">
              <a:buNone/>
              <a:defRPr sz="1928"/>
            </a:lvl3pPr>
            <a:lvl4pPr marL="2203201" indent="0">
              <a:buNone/>
              <a:defRPr sz="1606"/>
            </a:lvl4pPr>
            <a:lvl5pPr marL="2937601" indent="0">
              <a:buNone/>
              <a:defRPr sz="1606"/>
            </a:lvl5pPr>
            <a:lvl6pPr marL="3672002" indent="0">
              <a:buNone/>
              <a:defRPr sz="1606"/>
            </a:lvl6pPr>
            <a:lvl7pPr marL="4406402" indent="0">
              <a:buNone/>
              <a:defRPr sz="1606"/>
            </a:lvl7pPr>
            <a:lvl8pPr marL="5140803" indent="0">
              <a:buNone/>
              <a:defRPr sz="1606"/>
            </a:lvl8pPr>
            <a:lvl9pPr marL="5875203" indent="0">
              <a:buNone/>
              <a:defRPr sz="160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5094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2272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918175" y="586482"/>
            <a:ext cx="6302856" cy="933526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09606" y="586482"/>
            <a:ext cx="18543186" cy="933526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717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09607" y="586483"/>
            <a:ext cx="25211425" cy="2129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9607" y="2932410"/>
            <a:ext cx="25211425" cy="6989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09606" y="10209888"/>
            <a:ext cx="6576894" cy="5864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FFC1C-B776-4273-BF93-37B8C48E58C8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82649" y="10209888"/>
            <a:ext cx="9865340" cy="5864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644138" y="10209888"/>
            <a:ext cx="6576894" cy="5864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90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1468801" rtl="0" eaLnBrk="1" latinLnBrk="0" hangingPunct="1">
        <a:lnSpc>
          <a:spcPct val="90000"/>
        </a:lnSpc>
        <a:spcBef>
          <a:spcPct val="0"/>
        </a:spcBef>
        <a:buNone/>
        <a:defRPr sz="70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7200" indent="-367200" algn="l" defTabSz="1468801" rtl="0" eaLnBrk="1" latinLnBrk="0" hangingPunct="1">
        <a:lnSpc>
          <a:spcPct val="90000"/>
        </a:lnSpc>
        <a:spcBef>
          <a:spcPts val="1606"/>
        </a:spcBef>
        <a:buFont typeface="Arial" panose="020B0604020202020204" pitchFamily="34" charset="0"/>
        <a:buChar char="•"/>
        <a:defRPr sz="4498" kern="1200">
          <a:solidFill>
            <a:schemeClr val="tx1"/>
          </a:solidFill>
          <a:latin typeface="+mn-lt"/>
          <a:ea typeface="+mn-ea"/>
          <a:cs typeface="+mn-cs"/>
        </a:defRPr>
      </a:lvl1pPr>
      <a:lvl2pPr marL="1101601" indent="-367200" algn="l" defTabSz="1468801" rtl="0" eaLnBrk="1" latinLnBrk="0" hangingPunct="1">
        <a:lnSpc>
          <a:spcPct val="90000"/>
        </a:lnSpc>
        <a:spcBef>
          <a:spcPts val="803"/>
        </a:spcBef>
        <a:buFont typeface="Arial" panose="020B0604020202020204" pitchFamily="34" charset="0"/>
        <a:buChar char="•"/>
        <a:defRPr sz="3855" kern="1200">
          <a:solidFill>
            <a:schemeClr val="tx1"/>
          </a:solidFill>
          <a:latin typeface="+mn-lt"/>
          <a:ea typeface="+mn-ea"/>
          <a:cs typeface="+mn-cs"/>
        </a:defRPr>
      </a:lvl2pPr>
      <a:lvl3pPr marL="1836001" indent="-367200" algn="l" defTabSz="1468801" rtl="0" eaLnBrk="1" latinLnBrk="0" hangingPunct="1">
        <a:lnSpc>
          <a:spcPct val="90000"/>
        </a:lnSpc>
        <a:spcBef>
          <a:spcPts val="803"/>
        </a:spcBef>
        <a:buFont typeface="Arial" panose="020B0604020202020204" pitchFamily="34" charset="0"/>
        <a:buChar char="•"/>
        <a:defRPr sz="3213" kern="1200">
          <a:solidFill>
            <a:schemeClr val="tx1"/>
          </a:solidFill>
          <a:latin typeface="+mn-lt"/>
          <a:ea typeface="+mn-ea"/>
          <a:cs typeface="+mn-cs"/>
        </a:defRPr>
      </a:lvl3pPr>
      <a:lvl4pPr marL="2570401" indent="-367200" algn="l" defTabSz="1468801" rtl="0" eaLnBrk="1" latinLnBrk="0" hangingPunct="1">
        <a:lnSpc>
          <a:spcPct val="90000"/>
        </a:lnSpc>
        <a:spcBef>
          <a:spcPts val="803"/>
        </a:spcBef>
        <a:buFont typeface="Arial" panose="020B0604020202020204" pitchFamily="34" charset="0"/>
        <a:buChar char="•"/>
        <a:defRPr sz="2891" kern="1200">
          <a:solidFill>
            <a:schemeClr val="tx1"/>
          </a:solidFill>
          <a:latin typeface="+mn-lt"/>
          <a:ea typeface="+mn-ea"/>
          <a:cs typeface="+mn-cs"/>
        </a:defRPr>
      </a:lvl4pPr>
      <a:lvl5pPr marL="3304802" indent="-367200" algn="l" defTabSz="1468801" rtl="0" eaLnBrk="1" latinLnBrk="0" hangingPunct="1">
        <a:lnSpc>
          <a:spcPct val="90000"/>
        </a:lnSpc>
        <a:spcBef>
          <a:spcPts val="803"/>
        </a:spcBef>
        <a:buFont typeface="Arial" panose="020B0604020202020204" pitchFamily="34" charset="0"/>
        <a:buChar char="•"/>
        <a:defRPr sz="2891" kern="1200">
          <a:solidFill>
            <a:schemeClr val="tx1"/>
          </a:solidFill>
          <a:latin typeface="+mn-lt"/>
          <a:ea typeface="+mn-ea"/>
          <a:cs typeface="+mn-cs"/>
        </a:defRPr>
      </a:lvl5pPr>
      <a:lvl6pPr marL="4039202" indent="-367200" algn="l" defTabSz="1468801" rtl="0" eaLnBrk="1" latinLnBrk="0" hangingPunct="1">
        <a:lnSpc>
          <a:spcPct val="90000"/>
        </a:lnSpc>
        <a:spcBef>
          <a:spcPts val="803"/>
        </a:spcBef>
        <a:buFont typeface="Arial" panose="020B0604020202020204" pitchFamily="34" charset="0"/>
        <a:buChar char="•"/>
        <a:defRPr sz="2891" kern="1200">
          <a:solidFill>
            <a:schemeClr val="tx1"/>
          </a:solidFill>
          <a:latin typeface="+mn-lt"/>
          <a:ea typeface="+mn-ea"/>
          <a:cs typeface="+mn-cs"/>
        </a:defRPr>
      </a:lvl6pPr>
      <a:lvl7pPr marL="4773602" indent="-367200" algn="l" defTabSz="1468801" rtl="0" eaLnBrk="1" latinLnBrk="0" hangingPunct="1">
        <a:lnSpc>
          <a:spcPct val="90000"/>
        </a:lnSpc>
        <a:spcBef>
          <a:spcPts val="803"/>
        </a:spcBef>
        <a:buFont typeface="Arial" panose="020B0604020202020204" pitchFamily="34" charset="0"/>
        <a:buChar char="•"/>
        <a:defRPr sz="2891" kern="1200">
          <a:solidFill>
            <a:schemeClr val="tx1"/>
          </a:solidFill>
          <a:latin typeface="+mn-lt"/>
          <a:ea typeface="+mn-ea"/>
          <a:cs typeface="+mn-cs"/>
        </a:defRPr>
      </a:lvl7pPr>
      <a:lvl8pPr marL="5508003" indent="-367200" algn="l" defTabSz="1468801" rtl="0" eaLnBrk="1" latinLnBrk="0" hangingPunct="1">
        <a:lnSpc>
          <a:spcPct val="90000"/>
        </a:lnSpc>
        <a:spcBef>
          <a:spcPts val="803"/>
        </a:spcBef>
        <a:buFont typeface="Arial" panose="020B0604020202020204" pitchFamily="34" charset="0"/>
        <a:buChar char="•"/>
        <a:defRPr sz="2891" kern="1200">
          <a:solidFill>
            <a:schemeClr val="tx1"/>
          </a:solidFill>
          <a:latin typeface="+mn-lt"/>
          <a:ea typeface="+mn-ea"/>
          <a:cs typeface="+mn-cs"/>
        </a:defRPr>
      </a:lvl8pPr>
      <a:lvl9pPr marL="6242403" indent="-367200" algn="l" defTabSz="1468801" rtl="0" eaLnBrk="1" latinLnBrk="0" hangingPunct="1">
        <a:lnSpc>
          <a:spcPct val="90000"/>
        </a:lnSpc>
        <a:spcBef>
          <a:spcPts val="803"/>
        </a:spcBef>
        <a:buFont typeface="Arial" panose="020B0604020202020204" pitchFamily="34" charset="0"/>
        <a:buChar char="•"/>
        <a:defRPr sz="28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8801" rtl="0" eaLnBrk="1" latinLnBrk="0" hangingPunct="1">
        <a:defRPr sz="2891" kern="1200">
          <a:solidFill>
            <a:schemeClr val="tx1"/>
          </a:solidFill>
          <a:latin typeface="+mn-lt"/>
          <a:ea typeface="+mn-ea"/>
          <a:cs typeface="+mn-cs"/>
        </a:defRPr>
      </a:lvl1pPr>
      <a:lvl2pPr marL="734400" algn="l" defTabSz="1468801" rtl="0" eaLnBrk="1" latinLnBrk="0" hangingPunct="1">
        <a:defRPr sz="2891" kern="1200">
          <a:solidFill>
            <a:schemeClr val="tx1"/>
          </a:solidFill>
          <a:latin typeface="+mn-lt"/>
          <a:ea typeface="+mn-ea"/>
          <a:cs typeface="+mn-cs"/>
        </a:defRPr>
      </a:lvl2pPr>
      <a:lvl3pPr marL="1468801" algn="l" defTabSz="1468801" rtl="0" eaLnBrk="1" latinLnBrk="0" hangingPunct="1">
        <a:defRPr sz="2891" kern="1200">
          <a:solidFill>
            <a:schemeClr val="tx1"/>
          </a:solidFill>
          <a:latin typeface="+mn-lt"/>
          <a:ea typeface="+mn-ea"/>
          <a:cs typeface="+mn-cs"/>
        </a:defRPr>
      </a:lvl3pPr>
      <a:lvl4pPr marL="2203201" algn="l" defTabSz="1468801" rtl="0" eaLnBrk="1" latinLnBrk="0" hangingPunct="1">
        <a:defRPr sz="2891" kern="1200">
          <a:solidFill>
            <a:schemeClr val="tx1"/>
          </a:solidFill>
          <a:latin typeface="+mn-lt"/>
          <a:ea typeface="+mn-ea"/>
          <a:cs typeface="+mn-cs"/>
        </a:defRPr>
      </a:lvl4pPr>
      <a:lvl5pPr marL="2937601" algn="l" defTabSz="1468801" rtl="0" eaLnBrk="1" latinLnBrk="0" hangingPunct="1">
        <a:defRPr sz="2891" kern="1200">
          <a:solidFill>
            <a:schemeClr val="tx1"/>
          </a:solidFill>
          <a:latin typeface="+mn-lt"/>
          <a:ea typeface="+mn-ea"/>
          <a:cs typeface="+mn-cs"/>
        </a:defRPr>
      </a:lvl5pPr>
      <a:lvl6pPr marL="3672002" algn="l" defTabSz="1468801" rtl="0" eaLnBrk="1" latinLnBrk="0" hangingPunct="1">
        <a:defRPr sz="2891" kern="1200">
          <a:solidFill>
            <a:schemeClr val="tx1"/>
          </a:solidFill>
          <a:latin typeface="+mn-lt"/>
          <a:ea typeface="+mn-ea"/>
          <a:cs typeface="+mn-cs"/>
        </a:defRPr>
      </a:lvl6pPr>
      <a:lvl7pPr marL="4406402" algn="l" defTabSz="1468801" rtl="0" eaLnBrk="1" latinLnBrk="0" hangingPunct="1">
        <a:defRPr sz="2891" kern="1200">
          <a:solidFill>
            <a:schemeClr val="tx1"/>
          </a:solidFill>
          <a:latin typeface="+mn-lt"/>
          <a:ea typeface="+mn-ea"/>
          <a:cs typeface="+mn-cs"/>
        </a:defRPr>
      </a:lvl7pPr>
      <a:lvl8pPr marL="5140803" algn="l" defTabSz="1468801" rtl="0" eaLnBrk="1" latinLnBrk="0" hangingPunct="1">
        <a:defRPr sz="2891" kern="1200">
          <a:solidFill>
            <a:schemeClr val="tx1"/>
          </a:solidFill>
          <a:latin typeface="+mn-lt"/>
          <a:ea typeface="+mn-ea"/>
          <a:cs typeface="+mn-cs"/>
        </a:defRPr>
      </a:lvl8pPr>
      <a:lvl9pPr marL="5875203" algn="l" defTabSz="1468801" rtl="0" eaLnBrk="1" latinLnBrk="0" hangingPunct="1">
        <a:defRPr sz="28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CC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6862334-7A39-0CA3-6FA0-B2FA3CE0A711}"/>
              </a:ext>
            </a:extLst>
          </p:cNvPr>
          <p:cNvSpPr/>
          <p:nvPr/>
        </p:nvSpPr>
        <p:spPr>
          <a:xfrm>
            <a:off x="206112" y="331868"/>
            <a:ext cx="28723384" cy="10408688"/>
          </a:xfrm>
          <a:prstGeom prst="roundRect">
            <a:avLst>
              <a:gd name="adj" fmla="val 5161"/>
            </a:avLst>
          </a:prstGeom>
          <a:solidFill>
            <a:srgbClr val="E4F8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587A0D5-8276-1871-B43B-E9E619139A90}"/>
              </a:ext>
            </a:extLst>
          </p:cNvPr>
          <p:cNvSpPr/>
          <p:nvPr/>
        </p:nvSpPr>
        <p:spPr>
          <a:xfrm>
            <a:off x="206110" y="124796"/>
            <a:ext cx="2007024" cy="10766073"/>
          </a:xfrm>
          <a:prstGeom prst="roundRect">
            <a:avLst>
              <a:gd name="adj" fmla="val 7265"/>
            </a:avLst>
          </a:prstGeom>
          <a:gradFill>
            <a:gsLst>
              <a:gs pos="0">
                <a:srgbClr val="054743"/>
              </a:gs>
              <a:gs pos="100000">
                <a:srgbClr val="7CB0AE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1CC7AFC-AC4A-E2BA-8989-B4C02F034449}"/>
              </a:ext>
            </a:extLst>
          </p:cNvPr>
          <p:cNvGrpSpPr/>
          <p:nvPr/>
        </p:nvGrpSpPr>
        <p:grpSpPr>
          <a:xfrm>
            <a:off x="2466151" y="517109"/>
            <a:ext cx="15760369" cy="937387"/>
            <a:chOff x="2685878" y="2291792"/>
            <a:chExt cx="7996920" cy="616679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4326320B-A6B6-1FCB-8BC3-DED5BCE127C9}"/>
                </a:ext>
              </a:extLst>
            </p:cNvPr>
            <p:cNvSpPr/>
            <p:nvPr/>
          </p:nvSpPr>
          <p:spPr>
            <a:xfrm>
              <a:off x="2685878" y="2291792"/>
              <a:ext cx="7996920" cy="616677"/>
            </a:xfrm>
            <a:prstGeom prst="roundRect">
              <a:avLst/>
            </a:prstGeom>
            <a:gradFill>
              <a:gsLst>
                <a:gs pos="0">
                  <a:srgbClr val="054743"/>
                </a:gs>
                <a:gs pos="100000">
                  <a:srgbClr val="7CB0AE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068" dirty="0"/>
            </a:p>
          </p:txBody>
        </p:sp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85DA2BBF-2325-7426-CADE-0015FDEDAFE1}"/>
                </a:ext>
              </a:extLst>
            </p:cNvPr>
            <p:cNvSpPr/>
            <p:nvPr/>
          </p:nvSpPr>
          <p:spPr>
            <a:xfrm>
              <a:off x="2685878" y="2291794"/>
              <a:ext cx="7996920" cy="616677"/>
            </a:xfrm>
            <a:prstGeom prst="roundRect">
              <a:avLst/>
            </a:prstGeom>
            <a:gradFill>
              <a:gsLst>
                <a:gs pos="0">
                  <a:srgbClr val="054743"/>
                </a:gs>
                <a:gs pos="100000">
                  <a:srgbClr val="7CB0AE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068" dirty="0"/>
            </a:p>
          </p:txBody>
        </p:sp>
      </p:grpSp>
      <p:sp>
        <p:nvSpPr>
          <p:cNvPr id="1027" name="Rectángulo: esquinas redondeadas 1026">
            <a:extLst>
              <a:ext uri="{FF2B5EF4-FFF2-40B4-BE49-F238E27FC236}">
                <a16:creationId xmlns:a16="http://schemas.microsoft.com/office/drawing/2014/main" id="{8B9BF1C6-C37F-9E35-A6FD-673BE84F4237}"/>
              </a:ext>
            </a:extLst>
          </p:cNvPr>
          <p:cNvSpPr/>
          <p:nvPr/>
        </p:nvSpPr>
        <p:spPr>
          <a:xfrm>
            <a:off x="2466151" y="1771109"/>
            <a:ext cx="15760369" cy="4111307"/>
          </a:xfrm>
          <a:prstGeom prst="roundRect">
            <a:avLst>
              <a:gd name="adj" fmla="val 10356"/>
            </a:avLst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1047" name="Rectángulo: esquinas redondeadas 1046">
            <a:extLst>
              <a:ext uri="{FF2B5EF4-FFF2-40B4-BE49-F238E27FC236}">
                <a16:creationId xmlns:a16="http://schemas.microsoft.com/office/drawing/2014/main" id="{BC8E0E7A-2E41-02DF-96C4-F7EC26C7B8EE}"/>
              </a:ext>
            </a:extLst>
          </p:cNvPr>
          <p:cNvSpPr/>
          <p:nvPr/>
        </p:nvSpPr>
        <p:spPr>
          <a:xfrm>
            <a:off x="18479531" y="574785"/>
            <a:ext cx="3185239" cy="2150854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1050" name="Rectángulo 1047">
            <a:extLst>
              <a:ext uri="{FF2B5EF4-FFF2-40B4-BE49-F238E27FC236}">
                <a16:creationId xmlns:a16="http://schemas.microsoft.com/office/drawing/2014/main" id="{7AC5A007-2882-3C32-1F4D-6411CA70A848}"/>
              </a:ext>
            </a:extLst>
          </p:cNvPr>
          <p:cNvSpPr/>
          <p:nvPr/>
        </p:nvSpPr>
        <p:spPr>
          <a:xfrm>
            <a:off x="18479534" y="574789"/>
            <a:ext cx="3185237" cy="267140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25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AAA1CC-ABCB-BDD5-2D2D-FFC4FBE907E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13" y="574789"/>
            <a:ext cx="2007023" cy="831703"/>
          </a:xfrm>
          <a:prstGeom prst="rect">
            <a:avLst/>
          </a:prstGeom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F1670CE6-E00B-779D-CB54-3EB82488F6BC}"/>
              </a:ext>
            </a:extLst>
          </p:cNvPr>
          <p:cNvSpPr/>
          <p:nvPr/>
        </p:nvSpPr>
        <p:spPr>
          <a:xfrm>
            <a:off x="18479530" y="3123964"/>
            <a:ext cx="3185239" cy="2150854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31" name="Rectángulo 1047">
            <a:extLst>
              <a:ext uri="{FF2B5EF4-FFF2-40B4-BE49-F238E27FC236}">
                <a16:creationId xmlns:a16="http://schemas.microsoft.com/office/drawing/2014/main" id="{119DC312-3871-BB18-7AC5-33B03FDB0F39}"/>
              </a:ext>
            </a:extLst>
          </p:cNvPr>
          <p:cNvSpPr/>
          <p:nvPr/>
        </p:nvSpPr>
        <p:spPr>
          <a:xfrm>
            <a:off x="18479533" y="3123968"/>
            <a:ext cx="3185237" cy="267140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25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83F72200-FF31-6A4C-C8B9-F3B53C3F0E3D}"/>
              </a:ext>
            </a:extLst>
          </p:cNvPr>
          <p:cNvSpPr/>
          <p:nvPr/>
        </p:nvSpPr>
        <p:spPr>
          <a:xfrm>
            <a:off x="18479530" y="5673145"/>
            <a:ext cx="3185239" cy="2150854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33" name="Rectángulo 1047">
            <a:extLst>
              <a:ext uri="{FF2B5EF4-FFF2-40B4-BE49-F238E27FC236}">
                <a16:creationId xmlns:a16="http://schemas.microsoft.com/office/drawing/2014/main" id="{B20D42D3-1BC1-983E-BB2A-20A0395D7384}"/>
              </a:ext>
            </a:extLst>
          </p:cNvPr>
          <p:cNvSpPr/>
          <p:nvPr/>
        </p:nvSpPr>
        <p:spPr>
          <a:xfrm>
            <a:off x="18479533" y="5673148"/>
            <a:ext cx="3185237" cy="267140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25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FE848E29-450D-9759-A00E-E826F3BE6E44}"/>
              </a:ext>
            </a:extLst>
          </p:cNvPr>
          <p:cNvSpPr/>
          <p:nvPr/>
        </p:nvSpPr>
        <p:spPr>
          <a:xfrm>
            <a:off x="18479530" y="8222324"/>
            <a:ext cx="3185239" cy="2150854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35" name="Rectángulo 1047">
            <a:extLst>
              <a:ext uri="{FF2B5EF4-FFF2-40B4-BE49-F238E27FC236}">
                <a16:creationId xmlns:a16="http://schemas.microsoft.com/office/drawing/2014/main" id="{326A405D-B4FD-B2A4-A42D-FF8BABC0506C}"/>
              </a:ext>
            </a:extLst>
          </p:cNvPr>
          <p:cNvSpPr/>
          <p:nvPr/>
        </p:nvSpPr>
        <p:spPr>
          <a:xfrm>
            <a:off x="18479533" y="8222327"/>
            <a:ext cx="3185237" cy="267140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25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922BE922-A555-F843-2173-3701C0521D78}"/>
              </a:ext>
            </a:extLst>
          </p:cNvPr>
          <p:cNvSpPr/>
          <p:nvPr/>
        </p:nvSpPr>
        <p:spPr>
          <a:xfrm>
            <a:off x="21917782" y="574785"/>
            <a:ext cx="3185239" cy="2150854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37" name="Rectángulo 1047">
            <a:extLst>
              <a:ext uri="{FF2B5EF4-FFF2-40B4-BE49-F238E27FC236}">
                <a16:creationId xmlns:a16="http://schemas.microsoft.com/office/drawing/2014/main" id="{5042D389-A686-9BF9-95EF-455D4DF74B22}"/>
              </a:ext>
            </a:extLst>
          </p:cNvPr>
          <p:cNvSpPr/>
          <p:nvPr/>
        </p:nvSpPr>
        <p:spPr>
          <a:xfrm>
            <a:off x="21917786" y="574789"/>
            <a:ext cx="3185237" cy="267140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25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DCB54E23-169A-F476-1F17-B2AAF971BBF2}"/>
              </a:ext>
            </a:extLst>
          </p:cNvPr>
          <p:cNvSpPr/>
          <p:nvPr/>
        </p:nvSpPr>
        <p:spPr>
          <a:xfrm>
            <a:off x="21917782" y="3123962"/>
            <a:ext cx="3185239" cy="2150854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39" name="Rectángulo 1047">
            <a:extLst>
              <a:ext uri="{FF2B5EF4-FFF2-40B4-BE49-F238E27FC236}">
                <a16:creationId xmlns:a16="http://schemas.microsoft.com/office/drawing/2014/main" id="{40580C6E-FC9A-3E24-3BCD-CC604805F987}"/>
              </a:ext>
            </a:extLst>
          </p:cNvPr>
          <p:cNvSpPr/>
          <p:nvPr/>
        </p:nvSpPr>
        <p:spPr>
          <a:xfrm>
            <a:off x="21917786" y="3123966"/>
            <a:ext cx="3185237" cy="267140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25"/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6C3B6E33-D4B0-BBAF-15EE-04CDC9537AD8}"/>
              </a:ext>
            </a:extLst>
          </p:cNvPr>
          <p:cNvSpPr/>
          <p:nvPr/>
        </p:nvSpPr>
        <p:spPr>
          <a:xfrm>
            <a:off x="21917782" y="5673137"/>
            <a:ext cx="3185239" cy="2150854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41" name="Rectángulo 1047">
            <a:extLst>
              <a:ext uri="{FF2B5EF4-FFF2-40B4-BE49-F238E27FC236}">
                <a16:creationId xmlns:a16="http://schemas.microsoft.com/office/drawing/2014/main" id="{26CD228B-2581-B2D0-775F-66978D509529}"/>
              </a:ext>
            </a:extLst>
          </p:cNvPr>
          <p:cNvSpPr/>
          <p:nvPr/>
        </p:nvSpPr>
        <p:spPr>
          <a:xfrm>
            <a:off x="21917786" y="5673141"/>
            <a:ext cx="3185237" cy="267140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25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4637EE68-708B-7714-534C-EF38494A1393}"/>
              </a:ext>
            </a:extLst>
          </p:cNvPr>
          <p:cNvSpPr/>
          <p:nvPr/>
        </p:nvSpPr>
        <p:spPr>
          <a:xfrm>
            <a:off x="21917782" y="8222324"/>
            <a:ext cx="3185239" cy="2150854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43" name="Rectángulo 1047">
            <a:extLst>
              <a:ext uri="{FF2B5EF4-FFF2-40B4-BE49-F238E27FC236}">
                <a16:creationId xmlns:a16="http://schemas.microsoft.com/office/drawing/2014/main" id="{63FAD94F-1C71-2BDE-DDCF-7C6A9F4FC1A3}"/>
              </a:ext>
            </a:extLst>
          </p:cNvPr>
          <p:cNvSpPr/>
          <p:nvPr/>
        </p:nvSpPr>
        <p:spPr>
          <a:xfrm>
            <a:off x="21917786" y="8222328"/>
            <a:ext cx="3185237" cy="267140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25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BDC44057-FA94-2021-D590-E02B38D67FAF}"/>
              </a:ext>
            </a:extLst>
          </p:cNvPr>
          <p:cNvSpPr/>
          <p:nvPr/>
        </p:nvSpPr>
        <p:spPr>
          <a:xfrm>
            <a:off x="25356031" y="582989"/>
            <a:ext cx="3185239" cy="2150854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45" name="Rectángulo 1047">
            <a:extLst>
              <a:ext uri="{FF2B5EF4-FFF2-40B4-BE49-F238E27FC236}">
                <a16:creationId xmlns:a16="http://schemas.microsoft.com/office/drawing/2014/main" id="{F87BE50B-1398-2A15-F8A5-85C148CB7214}"/>
              </a:ext>
            </a:extLst>
          </p:cNvPr>
          <p:cNvSpPr/>
          <p:nvPr/>
        </p:nvSpPr>
        <p:spPr>
          <a:xfrm>
            <a:off x="25356034" y="582992"/>
            <a:ext cx="3185237" cy="267140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25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196E22DB-1415-0B1D-3666-0A855E414877}"/>
              </a:ext>
            </a:extLst>
          </p:cNvPr>
          <p:cNvSpPr/>
          <p:nvPr/>
        </p:nvSpPr>
        <p:spPr>
          <a:xfrm>
            <a:off x="25356031" y="3123962"/>
            <a:ext cx="3185239" cy="2150854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47" name="Rectángulo 1047">
            <a:extLst>
              <a:ext uri="{FF2B5EF4-FFF2-40B4-BE49-F238E27FC236}">
                <a16:creationId xmlns:a16="http://schemas.microsoft.com/office/drawing/2014/main" id="{E2A6B764-BFC0-4146-BEDF-434DA3EF95C7}"/>
              </a:ext>
            </a:extLst>
          </p:cNvPr>
          <p:cNvSpPr/>
          <p:nvPr/>
        </p:nvSpPr>
        <p:spPr>
          <a:xfrm>
            <a:off x="25356034" y="3123966"/>
            <a:ext cx="3185237" cy="267140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25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5AFEFE7D-0BD0-64FA-6242-62421D643001}"/>
              </a:ext>
            </a:extLst>
          </p:cNvPr>
          <p:cNvSpPr/>
          <p:nvPr/>
        </p:nvSpPr>
        <p:spPr>
          <a:xfrm>
            <a:off x="25356031" y="5664932"/>
            <a:ext cx="3185239" cy="2150854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49" name="Rectángulo 1047">
            <a:extLst>
              <a:ext uri="{FF2B5EF4-FFF2-40B4-BE49-F238E27FC236}">
                <a16:creationId xmlns:a16="http://schemas.microsoft.com/office/drawing/2014/main" id="{A1C3961C-3185-279B-6224-39D0AB2D09E2}"/>
              </a:ext>
            </a:extLst>
          </p:cNvPr>
          <p:cNvSpPr/>
          <p:nvPr/>
        </p:nvSpPr>
        <p:spPr>
          <a:xfrm>
            <a:off x="25356034" y="5664937"/>
            <a:ext cx="3185237" cy="267140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25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A3C2EBCF-51A8-7A59-CA32-740EE240106E}"/>
              </a:ext>
            </a:extLst>
          </p:cNvPr>
          <p:cNvSpPr/>
          <p:nvPr/>
        </p:nvSpPr>
        <p:spPr>
          <a:xfrm>
            <a:off x="25356031" y="8205903"/>
            <a:ext cx="3185239" cy="2150854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  <p:sp>
        <p:nvSpPr>
          <p:cNvPr id="51" name="Rectángulo 1047">
            <a:extLst>
              <a:ext uri="{FF2B5EF4-FFF2-40B4-BE49-F238E27FC236}">
                <a16:creationId xmlns:a16="http://schemas.microsoft.com/office/drawing/2014/main" id="{46390702-5CBC-A467-F937-5FD53C096208}"/>
              </a:ext>
            </a:extLst>
          </p:cNvPr>
          <p:cNvSpPr/>
          <p:nvPr/>
        </p:nvSpPr>
        <p:spPr>
          <a:xfrm>
            <a:off x="25356034" y="8205905"/>
            <a:ext cx="3185237" cy="267140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25"/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F085D69F-8767-08EF-B380-9952E876F8F9}"/>
              </a:ext>
            </a:extLst>
          </p:cNvPr>
          <p:cNvSpPr/>
          <p:nvPr/>
        </p:nvSpPr>
        <p:spPr>
          <a:xfrm>
            <a:off x="2466150" y="6283821"/>
            <a:ext cx="15760369" cy="4111307"/>
          </a:xfrm>
          <a:prstGeom prst="roundRect">
            <a:avLst>
              <a:gd name="adj" fmla="val 10356"/>
            </a:avLst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68" dirty="0"/>
          </a:p>
        </p:txBody>
      </p:sp>
    </p:spTree>
    <p:extLst>
      <p:ext uri="{BB962C8B-B14F-4D97-AF65-F5344CB8AC3E}">
        <p14:creationId xmlns:p14="http://schemas.microsoft.com/office/powerpoint/2010/main" val="5212633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493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FERNANDO BURBANO CARVAJAL</dc:creator>
  <cp:lastModifiedBy>Brayan Burbano</cp:lastModifiedBy>
  <cp:revision>3</cp:revision>
  <dcterms:created xsi:type="dcterms:W3CDTF">2026-02-28T20:50:21Z</dcterms:created>
  <dcterms:modified xsi:type="dcterms:W3CDTF">2026-06-02T20:30:52Z</dcterms:modified>
</cp:coreProperties>
</file>